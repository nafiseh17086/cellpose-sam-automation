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RYAN'S PROBLEM, EXPLAINED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his images broke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how we fixed it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37160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walkthrough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Nafiseh Mollaei  ·  github.com/Nafiseh17086/cellpose-sam-automation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The message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Ryan sent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86000"/>
            <a:ext cx="9966960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86000"/>
            <a:ext cx="13716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2103120" y="265176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images are huge — around 30,000 by 31,000 pixels each. And the 5 files I'm working with have slightly different sizes. This breaks my code.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Ryan, in the lab Slack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 hiding in one sentence.  Let's unpack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Problem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Slightly different sizes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5" name="Image 0" descr="/home/claude/diagrams/shape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110642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943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5 photos of the same painting, each taken with a slightly shaky camera. Same painting, slightly different photos.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02b — 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the size mismatch break things?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40680" cy="4206240"/>
          </a:xfrm>
          <a:prstGeom prst="rect">
            <a:avLst/>
          </a:prstGeom>
          <a:solidFill>
            <a:srgbClr val="EAF4EE"/>
          </a:solidFill>
          <a:ln w="254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Doesn't matter when...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each image one at a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cells in each section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intensity per cell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61772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per-image reports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processed independently —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sizes never have to agree.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5440680" cy="4206240"/>
          </a:xfrm>
          <a:prstGeom prst="rect">
            <a:avLst/>
          </a:prstGeom>
          <a:solidFill>
            <a:srgbClr val="FBE9E7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Does matter when...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37960" y="283464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sections into a 3D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342900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pixel-by-pixel across slices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402336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Batch-loading them as one tensor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461772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np.stack() is called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303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all require all the images to share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dimensions.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most of what we want to do is on the left.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Problem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images are too big for the computer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image = 30,000 × 31,000 pixels × 2 bytes per pixel = ~ 1 GB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whole, processed by the GPU, with intermediate calculations… it balloons to ~11 GB. Most GPUs can't hold that.</a:t>
            </a:r>
            <a:endParaRPr lang="en-US" sz="1300" dirty="0"/>
          </a:p>
        </p:txBody>
      </p:sp>
      <p:pic>
        <p:nvPicPr>
          <p:cNvPr id="7" name="Image 0" descr="/home/claude/diagrams/memory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743200"/>
            <a:ext cx="110642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The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 — like eating an elephant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28600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first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what's in each file: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sizes, channels, names.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5074920"/>
            <a:ext cx="2743200" cy="457200"/>
          </a:xfrm>
          <a:prstGeom prst="rect">
            <a:avLst/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24528" y="3767328"/>
            <a:ext cx="146304" cy="146304"/>
          </a:xfrm>
          <a:prstGeom prst="rtTriangle">
            <a:avLst/>
          </a:prstGeom>
          <a:solidFill>
            <a:srgbClr val="8FA0C8"/>
          </a:solidFill>
          <a:ln w="12700">
            <a:solidFill>
              <a:srgbClr val="8FA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116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2286000"/>
            <a:ext cx="1005840" cy="1005840"/>
          </a:xfrm>
          <a:prstGeom prst="ellipse">
            <a:avLst/>
          </a:prstGeom>
          <a:solidFill>
            <a:srgbClr val="2C5F87"/>
          </a:solidFill>
          <a:ln w="12700">
            <a:solidFill>
              <a:srgbClr val="2C5F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&amp; process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each image into small tiles.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each tile. Stitch back.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5074920"/>
            <a:ext cx="2743200" cy="457200"/>
          </a:xfrm>
          <a:prstGeom prst="rect">
            <a:avLst/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rot="5400000">
            <a:off x="8065008" y="3767328"/>
            <a:ext cx="146304" cy="146304"/>
          </a:xfrm>
          <a:prstGeom prst="rtTriangle">
            <a:avLst/>
          </a:prstGeom>
          <a:solidFill>
            <a:srgbClr val="8FA0C8"/>
          </a:solidFill>
          <a:ln w="12700">
            <a:solidFill>
              <a:srgbClr val="8FA0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0116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555480" y="2286000"/>
            <a:ext cx="1005840" cy="10058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412480" y="3474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 (if needed)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12480" y="4069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black borders so all images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biggest one.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0" y="5074920"/>
            <a:ext cx="2743200" cy="457200"/>
          </a:xfrm>
          <a:prstGeom prst="rect">
            <a:avLst/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live in one script: scripts/large_image_segment.py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first  →  inspect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command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94960" cy="640080"/>
          </a:xfrm>
          <a:prstGeom prst="rect">
            <a:avLst/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large_image_segment.py inspect ome_tiffs/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headers of every file in the folder.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you: how big is each one, how many channels (DAPI, CD3, CD8, etc.), what each channel is called, and — most importantly — whether the sizes match.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first?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don't run a 3-hour job on the wrong channel.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output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394960" cy="4114800"/>
          </a:xfrm>
          <a:prstGeom prst="rect">
            <a:avLst/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3317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section_1.ome.tif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shape:    (5, 29583, 31431)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88036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channels: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1546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names:    DAPI, CD3, CD8, CD20, CD68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section_2.ome.tif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shape:    (5, 29591, 31428)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25196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channels: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8006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0749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53492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5 different shapes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562356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run `pad` after segmenting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&amp; process  →  segment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load the whole image at once. Instead: cut it into 4,096-pixel tiles, segment each tile, then stitch the masks back together.</a:t>
            </a:r>
            <a:endParaRPr lang="en-US" sz="1400" dirty="0"/>
          </a:p>
        </p:txBody>
      </p:sp>
      <p:pic>
        <p:nvPicPr>
          <p:cNvPr id="6" name="Image 0" descr="/home/claude/diagrams/memory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1106424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98932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6172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from disk on demand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598932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tiles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09160" y="6172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on edges stitch back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598932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resolution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6172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downsampled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 if needed  →  pad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432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do this if you want to stack the slices for a 3D model. Adds a black border around the smaller images so they all match.</a:t>
            </a:r>
            <a:endParaRPr lang="en-US" sz="1400" dirty="0"/>
          </a:p>
        </p:txBody>
      </p:sp>
      <p:pic>
        <p:nvPicPr>
          <p:cNvPr id="6" name="Image 0" descr="/home/claude/diagrams/padding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110642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FFF5DA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caveat: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makes the sizes match — it does NOT actually align the tissue across slices. For real 3D reconstruction we'd use pystackreg or VALIS.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paragraph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5603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Ryan's 5 OME-TIFFs are huge (~30,000 × 31,000 pixels each) and slightly different sizes. The size difference doesn't matter for per-image segmentation — but the size is too big for the GPU to handle whole. I added a script that cuts each image into tiles, segments them, and stitches the results back. If we later need to stack the sections into 3D, a second tool pads them to the same dimensions.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4B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CHANGED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Same defaults.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I/O strategy.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51206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inspect on Ryan's folder,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the DAPI channel,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overnight batch.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github.com/Nafiseh17086/cellpose-sam-automation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Ryan's whole-slide imaging problem</dc:title>
  <dc:subject>PptxGenJS Presentation</dc:subject>
  <dc:creator>Nafiseh Mollaei</dc:creator>
  <cp:lastModifiedBy>Nafiseh Mollaei</cp:lastModifiedBy>
  <cp:revision>1</cp:revision>
  <dcterms:created xsi:type="dcterms:W3CDTF">2026-05-15T14:24:16Z</dcterms:created>
  <dcterms:modified xsi:type="dcterms:W3CDTF">2026-05-15T14:24:16Z</dcterms:modified>
</cp:coreProperties>
</file>